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F64B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219"/>
    <p:restoredTop sz="94729"/>
  </p:normalViewPr>
  <p:slideViewPr>
    <p:cSldViewPr snapToGrid="0">
      <p:cViewPr varScale="1">
        <p:scale>
          <a:sx n="83" d="100"/>
          <a:sy n="83" d="100"/>
        </p:scale>
        <p:origin x="232" y="7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C9FD55-05D6-63B5-42FF-6431B339E2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E1C8E9E-6BF1-0F4F-5A59-18177D51331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62CD9C-406A-5950-2CA5-85A7AE3D1C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1D107-8CE4-7B45-B066-6A6978BAECBF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61A176-56E6-A2E4-B571-5CE7BE548C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40F8D9-8B1A-26C2-8B90-68AB25F68F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B9F4AC-CAD4-CA46-BAF6-2B7851C260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6640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8C70C1-AA93-AFED-3A9F-7CC68E9AA1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D893E5-F323-B8FD-1071-0A0181042E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56BC6B-330C-3803-08DD-C863E3B7C5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1D107-8CE4-7B45-B066-6A6978BAECBF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6467E3-0E3D-3F8A-D55D-2B395D9C1A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89299E-C60A-1076-E096-58237935F4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B9F4AC-CAD4-CA46-BAF6-2B7851C260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89155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3FBF94-A676-B6DE-229C-E0698C18A4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61DC31-3120-D9EE-B14F-E6B2168566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87810A-2BF6-956C-CACF-478979E09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1D107-8CE4-7B45-B066-6A6978BAECBF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9D7815-5B78-346C-864F-98F019962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190BC4-F707-B780-C8D4-3AE1BC7933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B9F4AC-CAD4-CA46-BAF6-2B7851C260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02713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69FFA4-1D4A-339B-8B7A-705CA3015F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5A8B12-A364-2118-EAF3-A48ED254787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4FF367-584C-FE43-08A1-201CD16A39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49A877-AA33-31A8-AA90-204B3F0489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1D107-8CE4-7B45-B066-6A6978BAECBF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9B6433-8E12-66B5-6E05-26C0AB7FC7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BBDDD9-D87A-85CA-D14B-C3A8182148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B9F4AC-CAD4-CA46-BAF6-2B7851C260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47151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50AC87-830D-4878-7A45-A9BD02BBA4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C7EDE4-A1C1-2335-5D72-AD09FB0CFC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09F328F-A79A-EF22-90AB-559B9A7F0D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7B4BA6-E6F1-BF08-8429-AA9A471E2E3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B25E50B-3895-5803-D377-C5A82EEDCA9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4F50E0C-F02C-E4E3-8F7E-11AD857179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1D107-8CE4-7B45-B066-6A6978BAECBF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DB826C5-1028-3D7A-8C0B-AB75E7E04B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A2332D-CF41-0257-2BAC-FBE5195856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B9F4AC-CAD4-CA46-BAF6-2B7851C260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64334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603F1A-C4FC-BEDD-D00C-0C006C12E6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0248715-F7FD-B461-F981-8D74497A27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1D107-8CE4-7B45-B066-6A6978BAECBF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1CDEB64-DE22-9781-F029-009A211D86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6FA390-8E79-0CA7-C890-E4CBA7D741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B9F4AC-CAD4-CA46-BAF6-2B7851C260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17566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62C350C-98A4-A857-0331-2E85FFFC80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1D107-8CE4-7B45-B066-6A6978BAECBF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A3D9284-72A4-02F1-F85D-7944C984C2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05BD7D-0CCA-81E4-964A-5B159C0B7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B9F4AC-CAD4-CA46-BAF6-2B7851C260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2474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77DD96-D230-7978-A4E0-BC98EAB92E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018FC5-164A-BA46-8303-C37EB251CE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A3FF95-E24B-7410-276F-73C8A12AE0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63593BA-F1F4-7DF4-4D00-23A16F4F01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1D107-8CE4-7B45-B066-6A6978BAECBF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600862-3AC4-FCAC-617D-40CBA4FEBE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CD9AB2-370C-0AB4-BA60-6F5E3DC3A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B9F4AC-CAD4-CA46-BAF6-2B7851C260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67488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AD183-E803-0D12-B26D-4F88C533C4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E087841-FAA3-04EF-9B11-C5E9D521E98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6E8C54-E105-A966-1A6C-7D3AF6CE6C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08F69CA-AD7F-1017-2629-5256412D2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1D107-8CE4-7B45-B066-6A6978BAECBF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080A3A-3A69-6BD6-2520-2D51DA138F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17BCF4-64C7-633E-DCA1-06BA628205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B9F4AC-CAD4-CA46-BAF6-2B7851C260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68648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34F381-6B8D-9B4E-522D-1097207298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66B976-DAA7-BC02-DEEF-A4BDEEAA79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E64309-E4A1-CC99-4F19-65AC67663D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1D107-8CE4-7B45-B066-6A6978BAECBF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894B4F-DE5F-D39A-1082-DAF2E88EF9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5A524B-7C2F-B0E9-2D1C-8E3AEC66E1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B9F4AC-CAD4-CA46-BAF6-2B7851C260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06371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B29761B-7762-D2CC-F0F3-0B346F0D6AC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A1D59F-6BD5-051D-3AA4-34BFEFAB87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CA8F98-AE9E-6F05-9808-4E55E0DEB2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1D107-8CE4-7B45-B066-6A6978BAECBF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600DBD-A048-4278-0CFD-0EAABA4043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9D4213-1216-883B-4570-947420ECB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B9F4AC-CAD4-CA46-BAF6-2B7851C260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08652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E419F66-D241-B74A-5C40-89FD2A0CE4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A74F10-E6B4-82F3-9F5F-0D61FD9C2D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2092ED-CF95-20F4-111D-D7369FE6C0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C71D107-8CE4-7B45-B066-6A6978BAECBF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80B045-E1B6-3D8C-B418-89390DC0141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9BED5F-A8CC-98B2-9737-51EED9D6858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2B9F4AC-CAD4-CA46-BAF6-2B7851C260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51383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7" Type="http://schemas.openxmlformats.org/officeDocument/2006/relationships/image" Target="../media/image5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emf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blue and white logo&#10;&#10;AI-generated content may be incorrect.">
            <a:extLst>
              <a:ext uri="{FF2B5EF4-FFF2-40B4-BE49-F238E27FC236}">
                <a16:creationId xmlns:a16="http://schemas.microsoft.com/office/drawing/2014/main" id="{F22C58D7-35B1-171E-9241-6AB56306E41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22778"/>
          <a:stretch/>
        </p:blipFill>
        <p:spPr>
          <a:xfrm>
            <a:off x="3743491" y="2107959"/>
            <a:ext cx="1530764" cy="118209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07542018-7033-D8F1-2A89-4BDE06E4E0A2}"/>
              </a:ext>
            </a:extLst>
          </p:cNvPr>
          <p:cNvSpPr/>
          <p:nvPr/>
        </p:nvSpPr>
        <p:spPr>
          <a:xfrm>
            <a:off x="4838054" y="2336789"/>
            <a:ext cx="1791346" cy="723083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>
              <a:lnSpc>
                <a:spcPct val="60000"/>
              </a:lnSpc>
            </a:pPr>
            <a:r>
              <a:rPr lang="en-US" sz="3200" b="1" i="1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solidFill>
                  <a:srgbClr val="1F64B0"/>
                </a:solid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Snap</a:t>
            </a:r>
            <a:br>
              <a:rPr lang="en-US" sz="3200" b="1" i="1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solidFill>
                  <a:srgbClr val="1F64B0"/>
                </a:solid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</a:br>
            <a:r>
              <a:rPr lang="en-US" sz="3200" b="1" i="1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solidFill>
                  <a:srgbClr val="1F64B0"/>
                </a:solid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Server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D5478F4-38C8-B085-5B50-ED93E2A1624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776" t="9210" r="4723"/>
          <a:stretch/>
        </p:blipFill>
        <p:spPr>
          <a:xfrm>
            <a:off x="6096000" y="1308100"/>
            <a:ext cx="2298700" cy="876300"/>
          </a:xfrm>
          <a:prstGeom prst="rect">
            <a:avLst/>
          </a:prstGeom>
        </p:spPr>
      </p:pic>
      <p:pic>
        <p:nvPicPr>
          <p:cNvPr id="3" name="Picture 2" descr="A blue and white logo&#10;&#10;AI-generated content may be incorrect.">
            <a:extLst>
              <a:ext uri="{FF2B5EF4-FFF2-40B4-BE49-F238E27FC236}">
                <a16:creationId xmlns:a16="http://schemas.microsoft.com/office/drawing/2014/main" id="{1B31B236-85AB-949F-6EC7-3452797A6D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3615" y="4388162"/>
            <a:ext cx="1143000" cy="1143000"/>
          </a:xfrm>
          <a:prstGeom prst="rect">
            <a:avLst/>
          </a:prstGeom>
        </p:spPr>
      </p:pic>
      <p:pic>
        <p:nvPicPr>
          <p:cNvPr id="1028" name="Picture 4" descr="1-1/4-in x 2-ft 370 PSI Schedule 40 PVC Pipe">
            <a:extLst>
              <a:ext uri="{FF2B5EF4-FFF2-40B4-BE49-F238E27FC236}">
                <a16:creationId xmlns:a16="http://schemas.microsoft.com/office/drawing/2014/main" id="{F9F0AA6A-A4D8-5C3F-502E-BD329B34BF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1108874">
            <a:off x="7403310" y="4449624"/>
            <a:ext cx="929927" cy="9299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4" descr="1-1/4-in x 2-ft 370 PSI Schedule 40 PVC Pipe">
            <a:extLst>
              <a:ext uri="{FF2B5EF4-FFF2-40B4-BE49-F238E27FC236}">
                <a16:creationId xmlns:a16="http://schemas.microsoft.com/office/drawing/2014/main" id="{7FA8C22D-37FE-687A-5681-868AA8C9C6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616907">
            <a:off x="5030792" y="2475275"/>
            <a:ext cx="1405868" cy="1405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AB8C75A-B63D-64F1-6DA9-42F81CB229DA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4072" r="8687" b="35105"/>
          <a:stretch/>
        </p:blipFill>
        <p:spPr>
          <a:xfrm>
            <a:off x="1642820" y="3879537"/>
            <a:ext cx="2603716" cy="134339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9ECC992-3AD9-AF77-FDB8-5950055A2C00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r="11787"/>
          <a:stretch/>
        </p:blipFill>
        <p:spPr>
          <a:xfrm>
            <a:off x="8016615" y="2482022"/>
            <a:ext cx="1809310" cy="1555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83227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532</TotalTime>
  <Words>3</Words>
  <Application>Microsoft Macintosh PowerPoint</Application>
  <PresentationFormat>Widescreen</PresentationFormat>
  <Paragraphs>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Microsoft Office User</dc:creator>
  <cp:lastModifiedBy>Microsoft Office User</cp:lastModifiedBy>
  <cp:revision>3</cp:revision>
  <dcterms:created xsi:type="dcterms:W3CDTF">2025-11-21T16:51:22Z</dcterms:created>
  <dcterms:modified xsi:type="dcterms:W3CDTF">2025-11-27T01:27:34Z</dcterms:modified>
</cp:coreProperties>
</file>