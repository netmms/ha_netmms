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6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745"/>
  </p:normalViewPr>
  <p:slideViewPr>
    <p:cSldViewPr snapToGrid="0">
      <p:cViewPr varScale="1">
        <p:scale>
          <a:sx n="108" d="100"/>
          <a:sy n="108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FD55-05D6-63B5-42FF-6431B339E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C8E9E-6BF1-0F4F-5A59-18177D513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2CD9C-406A-5950-2CA5-85A7AE3D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A176-56E6-A2E4-B571-5CE7BE54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F8D9-8B1A-26C2-8B90-68AB25F6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70C1-AA93-AFED-3A9F-7CC68E9A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93E5-F323-B8FD-1071-0A0181042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BC6B-330C-3803-08DD-C863E3B7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467E3-0E3D-3F8A-D55D-2B395D9C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9299E-C60A-1076-E096-58237935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BF94-A676-B6DE-229C-E0698C18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DC31-3120-D9EE-B14F-E6B216856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810A-2BF6-956C-CACF-478979E0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7815-5B78-346C-864F-98F01996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0BC4-F707-B780-C8D4-3AE1BC79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7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FFA4-1D4A-339B-8B7A-705CA301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8B12-A364-2118-EAF3-A48ED2547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FF367-584C-FE43-08A1-201CD16A3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9A877-AA33-31A8-AA90-204B3F04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B6433-8E12-66B5-6E05-26C0AB7F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DDD9-D87A-85CA-D14B-C3A81821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1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AC87-830D-4878-7A45-A9BD02BB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EDE4-A1C1-2335-5D72-AD09FB0CF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F328F-A79A-EF22-90AB-559B9A7F0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B4BA6-E6F1-BF08-8429-AA9A471E2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5E50B-3895-5803-D377-C5A82EEDC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50E0C-F02C-E4E3-8F7E-11AD8571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826C5-1028-3D7A-8C0B-AB75E7E0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2332D-CF41-0257-2BAC-FBE51958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3F1A-C4FC-BEDD-D00C-0C006C12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48715-F7FD-B461-F981-8D74497A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DEB64-DE22-9781-F029-009A211D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FA390-8E79-0CA7-C890-E4CBA7D7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5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C350C-98A4-A857-0331-2E85FFF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D9284-72A4-02F1-F85D-7944C984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BD7D-0CCA-81E4-964A-5B159C0B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DD96-D230-7978-A4E0-BC98EAB9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8FC5-164A-BA46-8303-C37EB251C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3FF95-E24B-7410-276F-73C8A12AE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593BA-F1F4-7DF4-4D00-23A16F4F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00862-3AC4-FCAC-617D-40CBA4FE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D9AB2-370C-0AB4-BA60-6F5E3DC3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D183-E803-0D12-B26D-4F88C533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87841-FAA3-04EF-9B11-C5E9D521E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E8C54-E105-A966-1A6C-7D3AF6CE6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F69CA-AD7F-1017-2629-5256412D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80A3A-3A69-6BD6-2520-2D51DA13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7BCF4-64C7-633E-DCA1-06BA6282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F381-6B8D-9B4E-522D-10972072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6B976-DAA7-BC02-DEEF-A4BDEEAA7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64309-E4A1-CC99-4F19-65AC6766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4B4F-DE5F-D39A-1082-DAF2E88E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A524B-7C2F-B0E9-2D1C-8E3AEC66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9761B-7762-D2CC-F0F3-0B346F0D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1D59F-6BD5-051D-3AA4-34BFEFAB8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8F98-AE9E-6F05-9808-4E55E0DE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00DBD-A048-4278-0CFD-0EAABA40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4213-1216-883B-4570-947420EC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6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19F66-D241-B74A-5C40-89FD2A0C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4F10-E6B4-82F3-9F5F-0D61FD9C2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092ED-CF95-20F4-111D-D7369FE6C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1D107-8CE4-7B45-B066-6A6978BAECBF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B045-E1B6-3D8C-B418-89390DC0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ED5F-A8CC-98B2-9737-51EED9D68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9F4AC-CAD4-CA46-BAF6-2B7851C26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3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22C58D7-35B1-171E-9241-6AB56306E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78"/>
          <a:stretch/>
        </p:blipFill>
        <p:spPr>
          <a:xfrm>
            <a:off x="3743491" y="2107959"/>
            <a:ext cx="1530764" cy="1182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542018-7033-D8F1-2A89-4BDE06E4E0A2}"/>
              </a:ext>
            </a:extLst>
          </p:cNvPr>
          <p:cNvSpPr/>
          <p:nvPr/>
        </p:nvSpPr>
        <p:spPr>
          <a:xfrm>
            <a:off x="4838054" y="2336789"/>
            <a:ext cx="1791346" cy="72308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60000"/>
              </a:lnSpc>
            </a:pPr>
            <a:r>
              <a:rPr lang="en-US" sz="32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1F64B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Snap</a:t>
            </a:r>
            <a:br>
              <a:rPr lang="en-US" sz="32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1F64B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32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1F64B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Server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5478F4-38C8-B085-5B50-ED93E2A1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6" t="9210" r="4723"/>
          <a:stretch/>
        </p:blipFill>
        <p:spPr>
          <a:xfrm>
            <a:off x="6096000" y="1308100"/>
            <a:ext cx="2298700" cy="876300"/>
          </a:xfrm>
          <a:prstGeom prst="rect">
            <a:avLst/>
          </a:prstGeo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1B31B236-85AB-949F-6EC7-3452797A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03" y="4388162"/>
            <a:ext cx="1520812" cy="1520812"/>
          </a:xfrm>
          <a:prstGeom prst="rect">
            <a:avLst/>
          </a:prstGeom>
        </p:spPr>
      </p:pic>
      <p:pic>
        <p:nvPicPr>
          <p:cNvPr id="1028" name="Picture 4" descr="1-1/4-in x 2-ft 370 PSI Schedule 40 PVC Pipe">
            <a:extLst>
              <a:ext uri="{FF2B5EF4-FFF2-40B4-BE49-F238E27FC236}">
                <a16:creationId xmlns:a16="http://schemas.microsoft.com/office/drawing/2014/main" id="{F9F0AA6A-A4D8-5C3F-502E-BD329B34B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8874">
            <a:off x="7177678" y="4612696"/>
            <a:ext cx="929927" cy="92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1-1/4-in x 2-ft 370 PSI Schedule 40 PVC Pipe">
            <a:extLst>
              <a:ext uri="{FF2B5EF4-FFF2-40B4-BE49-F238E27FC236}">
                <a16:creationId xmlns:a16="http://schemas.microsoft.com/office/drawing/2014/main" id="{7FA8C22D-37FE-687A-5681-868AA8C9C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16907">
            <a:off x="5030792" y="2475275"/>
            <a:ext cx="1405868" cy="140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B8C75A-B63D-64F1-6DA9-42F81CB229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72" r="8687" b="35105"/>
          <a:stretch/>
        </p:blipFill>
        <p:spPr>
          <a:xfrm>
            <a:off x="1642820" y="3879537"/>
            <a:ext cx="2603716" cy="13433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FF0EDC-733D-8CC3-0CA6-F0E6D6BB78A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856" t="5887" r="10882" b="6692"/>
          <a:stretch/>
        </p:blipFill>
        <p:spPr>
          <a:xfrm>
            <a:off x="4987636" y="4107382"/>
            <a:ext cx="1355713" cy="13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2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4</cp:revision>
  <dcterms:created xsi:type="dcterms:W3CDTF">2025-11-21T16:51:22Z</dcterms:created>
  <dcterms:modified xsi:type="dcterms:W3CDTF">2025-11-27T02:28:59Z</dcterms:modified>
</cp:coreProperties>
</file>