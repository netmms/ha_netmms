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4" autoAdjust="0"/>
    <p:restoredTop sz="94660"/>
  </p:normalViewPr>
  <p:slideViewPr>
    <p:cSldViewPr snapToGrid="0">
      <p:cViewPr varScale="1">
        <p:scale>
          <a:sx n="124" d="100"/>
          <a:sy n="124" d="100"/>
        </p:scale>
        <p:origin x="58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F5AEC-451E-7068-A581-AAA377B3A8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98454F-3BA0-F363-8CE9-415F23FE4D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1B1A07-99E4-0EEC-601F-263E1B06F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B48B1-693C-4814-9EE4-99477DD16EF7}" type="datetimeFigureOut">
              <a:rPr lang="en-US" smtClean="0"/>
              <a:t>2/22/25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905ACC-241E-2A7E-5C92-0306397AF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EF24E6-5EC0-F091-8287-E4D53B30F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1AE6F-E26F-43ED-A98B-C3DB410D53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1153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4FC0A-5442-A918-914E-359FD2236F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65D32-4191-6EBA-9393-FFA3D882C1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188058-FE01-6229-A7BE-5100FA470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B48B1-693C-4814-9EE4-99477DD16EF7}" type="datetimeFigureOut">
              <a:rPr lang="en-US" smtClean="0"/>
              <a:t>2/22/25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FDBAAB-BF48-178F-FCC0-F7480FD29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D08F81-42AC-DDB2-E406-5B4CD6256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1AE6F-E26F-43ED-A98B-C3DB410D53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850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178E3-4420-3AD4-6ACC-D6D9FD827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F989EC-7B0A-31CA-9D63-7C0FE8EC2E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9BD2F6-5E69-8022-95FA-9F89F78A0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B48B1-693C-4814-9EE4-99477DD16EF7}" type="datetimeFigureOut">
              <a:rPr lang="en-US" smtClean="0"/>
              <a:t>2/22/25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722AC6-673C-2E1B-D50C-63DE8D129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DDD111-6455-A6B3-A789-7546F07DA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1AE6F-E26F-43ED-A98B-C3DB410D53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6320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E9903-A173-0BB9-8D5F-02CF2941E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19D740-B8DD-B1BF-8CC2-30FF55847E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58D99A-6785-E9A4-9479-63EEDFC9D1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8D5FD4-249D-3E58-AB64-EF1B011DE7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B48B1-693C-4814-9EE4-99477DD16EF7}" type="datetimeFigureOut">
              <a:rPr lang="en-US" smtClean="0"/>
              <a:t>2/22/25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C122E8-0A91-48CD-D78A-2DD9FA15D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63E0FD-241C-3308-CFCB-024A90AD9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1AE6F-E26F-43ED-A98B-C3DB410D53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2473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D69D1-E6C4-51DA-F5AD-DF8DF858B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E54D74-E7F9-7237-2BD8-43AC3148DA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55A4D8-94C6-34D6-E6A7-41C4036C0A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658072-45B0-8DD4-AAA3-84DCECDFA5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8E282EE-40F1-A0DD-30C9-22E0880D2B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EE49F2-E737-1CBA-197E-A827EC2E7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B48B1-693C-4814-9EE4-99477DD16EF7}" type="datetimeFigureOut">
              <a:rPr lang="en-US" smtClean="0"/>
              <a:t>2/22/25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91D5A89-41B9-3767-4119-EEE1880781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75EFEB-D68E-57A9-85AE-DD22E791E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1AE6F-E26F-43ED-A98B-C3DB410D53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8626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4078B-9B23-F750-D92F-5A1C15E86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44DFCB-AED9-CC35-B101-A8AF5B982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B48B1-693C-4814-9EE4-99477DD16EF7}" type="datetimeFigureOut">
              <a:rPr lang="en-US" smtClean="0"/>
              <a:t>2/22/25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69FBDF-DA33-9108-4399-D1C1610DD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21FAE8-E034-9D5F-D65D-304E7C205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1AE6F-E26F-43ED-A98B-C3DB410D53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48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7CA92D9-B2F3-0D06-3A6D-C398B2750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B48B1-693C-4814-9EE4-99477DD16EF7}" type="datetimeFigureOut">
              <a:rPr lang="en-US" smtClean="0"/>
              <a:t>2/22/25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D34796-5411-88C5-A1E4-878B589D2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62EBCA-54BC-F707-E5C2-8DEC16C96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1AE6F-E26F-43ED-A98B-C3DB410D53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97929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9BB3F5-E7BF-3C6E-0E5B-B859278F59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6F63F7-4545-B030-A099-106980DE7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DC4C6A-912F-D760-A2DE-7A4951214D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2FCED4-C705-03EF-6BBD-A23CF28E7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B48B1-693C-4814-9EE4-99477DD16EF7}" type="datetimeFigureOut">
              <a:rPr lang="en-US" smtClean="0"/>
              <a:t>2/22/25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26C6CF-9CD4-14C8-90D7-A09E096FA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EC711F-1A49-DD3A-33A2-BFE6308EF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1AE6F-E26F-43ED-A98B-C3DB410D53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0473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8FAF8-2A3D-9FBB-83D8-B1EB1EC924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FCEA9F8-025D-DBAB-3D41-7EB4EBD9B9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47BF21-C68A-4E72-280C-C5A1E81925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2234BE-4D81-8843-CC72-3A722DEBF9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B48B1-693C-4814-9EE4-99477DD16EF7}" type="datetimeFigureOut">
              <a:rPr lang="en-US" smtClean="0"/>
              <a:t>2/22/25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226C90-0461-5E9A-A9D5-D8374BB6F3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CFFC9A-244E-8F22-BB3C-36732E175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1AE6F-E26F-43ED-A98B-C3DB410D53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0725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676E4E-940B-860E-CCFA-8794727CF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21142E-19C1-66B5-5ED7-A42B6D8079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072810-9DFA-FACE-F077-E8869FC8D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B48B1-693C-4814-9EE4-99477DD16EF7}" type="datetimeFigureOut">
              <a:rPr lang="en-US" smtClean="0"/>
              <a:t>2/22/25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9B8FEE-B138-53CC-EB86-9F34D2D1A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5C454D-113F-3259-9D49-737D70283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1AE6F-E26F-43ED-A98B-C3DB410D53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5379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02BD07-3522-8727-B390-6A15D258CA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D8062F-A645-8E5D-CFF8-F459DCE784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BBF9CA-C428-1863-5E03-CEBB32552E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B48B1-693C-4814-9EE4-99477DD16EF7}" type="datetimeFigureOut">
              <a:rPr lang="en-US" smtClean="0"/>
              <a:t>2/22/25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AEB707-00A5-2BB6-3FD1-AA6B2FA33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0E884E-88BE-E461-F3FC-7A8D087EE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1AE6F-E26F-43ED-A98B-C3DB410D53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7139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807354-B676-AB62-85E9-40CB496A9B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73EB71-C916-B559-7F97-D4F9289928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A61E03-C873-5BC5-097C-3DB372D957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7B48B1-693C-4814-9EE4-99477DD16EF7}" type="datetimeFigureOut">
              <a:rPr lang="en-US" smtClean="0"/>
              <a:t>2/22/25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E2A930-C9C1-143E-F78E-81BD68C8B0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537C45-F629-01A2-A291-C1E4778ED7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A1AE6F-E26F-43ED-A98B-C3DB410D53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0528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B7B06F0-8722-51CB-0D54-92FB51A0DD50}"/>
              </a:ext>
            </a:extLst>
          </p:cNvPr>
          <p:cNvSpPr txBox="1"/>
          <p:nvPr/>
        </p:nvSpPr>
        <p:spPr>
          <a:xfrm>
            <a:off x="4230374" y="464344"/>
            <a:ext cx="276229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4000" b="1" i="1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dist="38100" dir="2640000" algn="bl" rotWithShape="0">
                    <a:schemeClr val="accent1"/>
                  </a:outerShdw>
                </a:effectLst>
              </a:rPr>
              <a:t>Web </a:t>
            </a:r>
            <a:br>
              <a:rPr lang="en-US" sz="4000" b="1" i="1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dist="38100" dir="2640000" algn="bl" rotWithShape="0">
                    <a:schemeClr val="accent1"/>
                  </a:outerShdw>
                </a:effectLst>
              </a:rPr>
            </a:br>
            <a:r>
              <a:rPr lang="en-US" sz="4000" b="1" i="1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dist="38100" dir="2640000" algn="bl" rotWithShape="0">
                    <a:schemeClr val="accent1"/>
                  </a:outerShdw>
                </a:effectLst>
              </a:rPr>
              <a:t>Megaphone</a:t>
            </a:r>
          </a:p>
        </p:txBody>
      </p:sp>
      <p:pic>
        <p:nvPicPr>
          <p:cNvPr id="6" name="Picture 5" descr="Retro microphone">
            <a:extLst>
              <a:ext uri="{FF2B5EF4-FFF2-40B4-BE49-F238E27FC236}">
                <a16:creationId xmlns:a16="http://schemas.microsoft.com/office/drawing/2014/main" id="{CDFB77FE-C4D9-0808-F409-ACDF724CE6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7882" b="89976" l="10000" r="90000">
                        <a14:foregroundMark x1="52727" y1="26516" x2="52727" y2="26516"/>
                        <a14:foregroundMark x1="52727" y1="21463" x2="52727" y2="21463"/>
                        <a14:foregroundMark x1="67030" y1="22555" x2="69333" y2="41876"/>
                        <a14:foregroundMark x1="60061" y1="87712" x2="60061" y2="87712"/>
                        <a14:foregroundMark x1="60061" y1="87712" x2="44242" y2="84600"/>
                        <a14:foregroundMark x1="43818" y1="81002" x2="47333" y2="59620"/>
                        <a14:foregroundMark x1="67394" y1="40825" x2="48485" y2="78416"/>
                        <a14:foregroundMark x1="48485" y1="78416" x2="48848" y2="83589"/>
                        <a14:foregroundMark x1="20303" y1="83832" x2="20303" y2="83832"/>
                        <a14:foregroundMark x1="20667" y1="82053" x2="44606" y2="78698"/>
                        <a14:foregroundMark x1="57333" y1="78698" x2="80121" y2="83589"/>
                        <a14:foregroundMark x1="28000" y1="22029" x2="26061" y2="41633"/>
                        <a14:foregroundMark x1="20667" y1="35449" x2="30727" y2="17421"/>
                        <a14:foregroundMark x1="72000" y1="21261" x2="56970" y2="13541"/>
                        <a14:foregroundMark x1="56970" y1="13541" x2="56970" y2="17421"/>
                        <a14:foregroundMark x1="40364" y1="9418" x2="61576" y2="13824"/>
                        <a14:foregroundMark x1="46121" y1="8165" x2="64667" y2="12530"/>
                        <a14:foregroundMark x1="68545" y1="16896" x2="68545" y2="16896"/>
                        <a14:foregroundMark x1="68545" y1="16896" x2="68545" y2="16896"/>
                        <a14:foregroundMark x1="68545" y1="16896" x2="66606" y2="12773"/>
                        <a14:foregroundMark x1="65818" y1="12005" x2="65818" y2="12005"/>
                        <a14:foregroundMark x1="65818" y1="12005" x2="48485" y2="8933"/>
                        <a14:foregroundMark x1="17939" y1="87712" x2="77818" y2="86419"/>
                        <a14:foregroundMark x1="36545" y1="10671" x2="42364" y2="8812"/>
                        <a14:foregroundMark x1="50000" y1="7882" x2="57879" y2="9580"/>
                        <a14:foregroundMark x1="43273" y1="19806" x2="62788" y2="22716"/>
                        <a14:foregroundMark x1="42788" y1="27850" x2="58121" y2="31568"/>
                        <a14:backgroundMark x1="9455" y1="57074" x2="9455" y2="57074"/>
                        <a14:backgroundMark x1="36061" y1="92199" x2="18424" y2="9078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6689" y="409188"/>
            <a:ext cx="873760" cy="1310640"/>
          </a:xfrm>
          <a:prstGeom prst="rect">
            <a:avLst/>
          </a:prstGeom>
          <a:noFill/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A4E9782D-4199-752D-6AD7-37DDD22736BC}"/>
              </a:ext>
            </a:extLst>
          </p:cNvPr>
          <p:cNvSpPr/>
          <p:nvPr/>
        </p:nvSpPr>
        <p:spPr>
          <a:xfrm>
            <a:off x="3118343" y="1664673"/>
            <a:ext cx="4572000" cy="2286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Careers">
            <a:extLst>
              <a:ext uri="{FF2B5EF4-FFF2-40B4-BE49-F238E27FC236}">
                <a16:creationId xmlns:a16="http://schemas.microsoft.com/office/drawing/2014/main" id="{16793F2A-46F7-362A-3ED9-2C3BFFBDCAF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2270" b="-683"/>
          <a:stretch/>
        </p:blipFill>
        <p:spPr bwMode="auto">
          <a:xfrm>
            <a:off x="2837791" y="2975313"/>
            <a:ext cx="1266675" cy="12370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9CC6617-2549-7E13-FB45-6A096B79A3CD}"/>
              </a:ext>
            </a:extLst>
          </p:cNvPr>
          <p:cNvSpPr txBox="1"/>
          <p:nvPr/>
        </p:nvSpPr>
        <p:spPr>
          <a:xfrm>
            <a:off x="4230374" y="2993693"/>
            <a:ext cx="194078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4000" b="1" i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Remote </a:t>
            </a:r>
            <a:br>
              <a:rPr lang="en-US" sz="4000" b="1" i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</a:br>
            <a:r>
              <a:rPr lang="en-US" sz="4000" b="1" i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Audio</a:t>
            </a:r>
          </a:p>
        </p:txBody>
      </p:sp>
    </p:spTree>
    <p:extLst>
      <p:ext uri="{BB962C8B-B14F-4D97-AF65-F5344CB8AC3E}">
        <p14:creationId xmlns:p14="http://schemas.microsoft.com/office/powerpoint/2010/main" val="20252053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6</Words>
  <Application>Microsoft Macintosh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M. Saggaf</dc:creator>
  <cp:lastModifiedBy>Microsoft Office User</cp:lastModifiedBy>
  <cp:revision>3</cp:revision>
  <dcterms:created xsi:type="dcterms:W3CDTF">2022-07-12T08:23:20Z</dcterms:created>
  <dcterms:modified xsi:type="dcterms:W3CDTF">2025-02-22T17:22:25Z</dcterms:modified>
</cp:coreProperties>
</file>